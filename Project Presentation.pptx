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Average"/>
      <p:regular r:id="rId30"/>
    </p:embeddedFont>
    <p:embeddedFont>
      <p:font typeface="Oswa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regular.fntdata"/><Relationship Id="rId30" Type="http://schemas.openxmlformats.org/officeDocument/2006/relationships/font" Target="fonts/Averag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61c85aeb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61c85aeb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61c85aeb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61c85aeb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1c85aeb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1c85aeb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61c85ae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61c85ae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61c85ae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61c85ae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61c85aeb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61c85aeb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1c85aeb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61c85aeb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1c85ae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61c85ae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61c85aeb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61c85aeb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1c85aeb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61c85aeb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1c85aeb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61c85aeb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1c85aeb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61c85aeb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61c85aeb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61c85aeb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61c85aeb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61c85aeb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1c85aeb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61c85aeb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61c85aeb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61c85aeb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61c85ae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61c85ae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61c85aeb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61c85aeb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61c85aeb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61c85aeb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61c85aeb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61c85aeb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1c85aeb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61c85aeb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61c85aeb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61c85aeb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1c85aeb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61c85aeb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DD : Chase on a Grid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BENAMAR Yassine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code et l’UI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04653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9453" y="152400"/>
            <a:ext cx="41433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9453" y="2247900"/>
            <a:ext cx="40290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2822" y="3017825"/>
            <a:ext cx="2368625" cy="18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90250" y="526350"/>
            <a:ext cx="6857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diagramme de 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(implémentation minimaliste)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fr"/>
              <a:t>Classe de contrôle : Game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1083" y="1142950"/>
            <a:ext cx="23018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 Grille : Grid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403" y="1170125"/>
            <a:ext cx="29492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 Les composantes de la grille : Cell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438" y="1236650"/>
            <a:ext cx="193312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IV. Les composantes des cellules : Items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438" y="1236650"/>
            <a:ext cx="1933123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650" y="1802900"/>
            <a:ext cx="1933100" cy="1537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V. La classe abstraite des intervenants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945" y="1170125"/>
            <a:ext cx="207010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VI. Les intervenants : Hunter &amp; Gentleman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945" y="1170125"/>
            <a:ext cx="2070107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575" y="1929638"/>
            <a:ext cx="2070100" cy="128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7324" y="2080538"/>
            <a:ext cx="2070100" cy="98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713" y="152400"/>
            <a:ext cx="567258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Diagramme de séquence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Gentleman &amp; Hunter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fr"/>
              <a:t>Gentleman</a:t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750" y="0"/>
            <a:ext cx="64782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 Hunter</a:t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246" y="0"/>
            <a:ext cx="563375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90250" y="526350"/>
            <a:ext cx="8321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Classes à intégrer sans les modifier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fr"/>
              <a:t>Arborescence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375" y="1246263"/>
            <a:ext cx="3859250" cy="26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 Les implémentations</a:t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479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750" y="1170125"/>
            <a:ext cx="32670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1400" y="2675075"/>
            <a:ext cx="33909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 L’interface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450" y="1593213"/>
            <a:ext cx="4283100" cy="19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IV. Les adaptateurs</a:t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7192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7500" y="1165363"/>
            <a:ext cx="411480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490250" y="526350"/>
            <a:ext cx="8112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stratégies de déplacement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3500" y="0"/>
            <a:ext cx="5265576" cy="19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1699" y="1918225"/>
            <a:ext cx="5032304" cy="32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18213"/>
            <a:ext cx="4111700" cy="132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Plus besoin de changer les comportements dans la classe Gentleman</a:t>
            </a:r>
            <a:endParaRPr/>
          </a:p>
        </p:txBody>
      </p:sp>
      <p:sp>
        <p:nvSpPr>
          <p:cNvPr id="189" name="Google Shape;189;p34"/>
          <p:cNvSpPr txBox="1"/>
          <p:nvPr>
            <p:ph idx="1" type="subTitle"/>
          </p:nvPr>
        </p:nvSpPr>
        <p:spPr>
          <a:xfrm>
            <a:off x="265500" y="4042850"/>
            <a:ext cx="40452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suffit d’ajouter des stratégies dans le dossier</a:t>
            </a:r>
            <a:endParaRPr/>
          </a:p>
        </p:txBody>
      </p:sp>
      <p:sp>
        <p:nvSpPr>
          <p:cNvPr id="190" name="Google Shape;190;p34"/>
          <p:cNvSpPr txBox="1"/>
          <p:nvPr>
            <p:ph idx="2" type="body"/>
          </p:nvPr>
        </p:nvSpPr>
        <p:spPr>
          <a:xfrm>
            <a:off x="4686050" y="724200"/>
            <a:ext cx="4401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Implémenter une nouvelle stratégie de déplacement qui extends MovingStrategy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Choisir la classe de contexte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fr" sz="1500"/>
              <a:t>L’implémentation actuelle propose que ce soit Gentleman qui serve de contexte entre MovingStrategy et Interface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fr" sz="1500"/>
              <a:t>Au besoin, le contexte peut être géré ailleurs</a:t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 autre design pattern ?</a:t>
            </a:r>
            <a:endParaRPr/>
          </a:p>
        </p:txBody>
      </p:sp>
      <p:sp>
        <p:nvSpPr>
          <p:cNvPr id="196" name="Google Shape;196;p35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l’Observer ?</a:t>
            </a:r>
            <a:endParaRPr/>
          </a:p>
        </p:txBody>
      </p:sp>
      <p:sp>
        <p:nvSpPr>
          <p:cNvPr id="197" name="Google Shape;197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Mieux gérer les réactions aux </a:t>
            </a:r>
            <a:r>
              <a:rPr lang="fr"/>
              <a:t>événements (épuisement, atteinte de la cible)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La classe de contrôle observe les classes Hunter et Gentleman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Les classes d’intervenants notifient les observers de leurs événements critiques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La classe de contrôle peut réagir directement aux notifications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D’autres ?</a:t>
            </a:r>
            <a:endParaRPr/>
          </a:p>
        </p:txBody>
      </p:sp>
      <p:sp>
        <p:nvSpPr>
          <p:cNvPr id="203" name="Google Shape;203;p36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Command</a:t>
            </a:r>
            <a:endParaRPr/>
          </a:p>
        </p:txBody>
      </p:sp>
      <p:sp>
        <p:nvSpPr>
          <p:cNvPr id="204" name="Google Shape;204;p36"/>
          <p:cNvSpPr txBox="1"/>
          <p:nvPr>
            <p:ph idx="2" type="body"/>
          </p:nvPr>
        </p:nvSpPr>
        <p:spPr>
          <a:xfrm>
            <a:off x="4939500" y="724200"/>
            <a:ext cx="4119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Mieux représenter l’historique des actions (Debuging, Replay etc.)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Chaque déplacement peut être encapsulé dans une MoveCommand(individual, cell)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Chaque interaction avec un Item dans un ItemInterraction(individual, Item)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Les replays peuvent se faire juste en utilisant la méthode .execute() sur les commands stoquées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